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7014" y="1746945"/>
            <a:ext cx="78499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Zebrafish RNA-Seq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360143" y="2585145"/>
            <a:ext cx="242371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BIOL550 Group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17031" y="3209925"/>
            <a:ext cx="250993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Piter Garcia, Nikhi Patel, Samuel Kopelev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PRJNA1277581 (Zebrafish transcriptome)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paired-end RNA-seq runs (10 per member)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Workflow: Download → QC → Trimming → Analysis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Automated pipeline development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Phase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 Toolkit fundamentals (prefetch, fasterq-dump)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FastQC quality assessment protocols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testing and validation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resource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Setup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Organized shared directory structure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run assignments evenly (3 members)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group-writable permissions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via GitHub repository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35"/>
            <a:ext cx="8083296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sequential workflow with parallel QC: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021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Single-threaded download (one run at a time)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FastQC worker (monitors downloads)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trimming of completed runs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Fault-tolerant: auto-resume after failures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monitoring required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Bandwidth-aware retry logic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server load (single-thread downloads)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Python-based automation scripts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nohup for persistent background jobs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tracking via log files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output structure for simplicity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(as of Feb 24)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30 runs completed successfully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FastQC reports generated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runs remaining in queue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intervention required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9403" y="1937445"/>
            <a:ext cx="256512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17109" y="3019425"/>
            <a:ext cx="210978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https://github.com/pzg8794/biol550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2026-02-24T23:16:23Z</dcterms:created>
  <dcterms:modified xsi:type="dcterms:W3CDTF">2026-02-24T23:16:23Z</dcterms:modified>
</cp:coreProperties>
</file>